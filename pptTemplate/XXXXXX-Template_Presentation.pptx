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80" y="3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9B4376-B235-7710-5A9C-A564F0E78C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5AB15-56C4-3A24-D649-3719DB662E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CD885-17B6-43ED-B619-6D641054A36E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40B77-FF95-49C6-2ACD-9D337DC67F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934FD-8503-F091-7866-1D850CDE4B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1B2CE-52AE-481B-8F2C-F9A9B6CF15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69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E4AE0-0EA6-4E32-BACF-73C539E1A70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89A2F-FAFF-46ED-84DC-A9E211851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8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pt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FD50-C2D5-A873-003C-1DC3C2E08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7615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EA9404-3ED2-E715-7BB0-22E6A94E7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13C0F-0FF4-DB69-EA26-A80F804F1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C07A-E9FD-4B89-AF9D-4DE9E72A5F3E}" type="datetime1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54FD4-B9E2-2E14-AC7C-4833D944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DB101-EC72-D05D-4CEC-5FA6A46B1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83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6FBAA-F3AB-C1BC-83D0-02E6E5FA7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147B5-0EA7-D845-5BD7-487A374E6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068D0-835F-EF72-D74D-25ADFC4AF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A1F3-3070-4A9B-AC01-CDA437F45980}" type="datetime1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FE539-89B0-3F7F-CB77-BBA8D1E0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21C72-9024-FDDD-2902-AC95EA3A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6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BBE8-D50A-0AD6-B787-A10156C61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7D5C8-8B3F-8F9D-FFF9-1CC644F4D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5145B-6EDC-158A-0229-112D8C7E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95FB9-05B7-44BF-8DBB-E06E344C85FE}" type="datetime1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8A5C7-0262-9E17-E842-07C713F2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CCAE5-27D0-1553-30AA-187A85B9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2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D59B-F461-43FB-1152-460C6216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C2C0D-CC79-E6F8-CC7C-FEC029914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A59CC-4551-94D2-ECDC-7CBF661D4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D6C47-EC2B-F76D-31F8-4C9FA1537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3DCF3-7D6E-4EC5-B926-C64A0E53419D}" type="datetime1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B7B1E-5C14-30B9-F83A-D07CF5FA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ADC3B-A24E-2E51-197A-F1093DA8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3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794F-9C70-54D8-A9CF-1283CE28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EFDE1-8612-B40E-6EFC-98A293500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DEE4-B4E1-46FF-B51C-4547794747CB}" type="datetime1">
              <a:rPr lang="en-US" smtClean="0"/>
              <a:t>9/3/2023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71B8B-BA4E-6FD3-2DCB-A3FBD88D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69656-4450-1C49-4672-CF3543331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8D06466-901A-FE1A-BCBB-48612BB848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836738"/>
            <a:ext cx="9144000" cy="4572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804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794F-9C70-54D8-A9CF-1283CE28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12769E0-C6AF-4ED4-DA9F-A93ADFF8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2DFEA-CAB5-4DE5-8AE2-10B007F732B6}" type="datetime1">
              <a:rPr lang="en-US" smtClean="0"/>
              <a:t>9/3/2023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C363696-F6C9-061E-74E1-44AE4E628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E673108-008F-153E-CBE2-4FFF6FB9E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3FFFE0D6-FD33-2F53-5EC0-BA6CA63E782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200" y="1900238"/>
            <a:ext cx="10515600" cy="387191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56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794F-9C70-54D8-A9CF-1283CE28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EFDE1-8612-B40E-6EFC-98A293500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9DEE4-B4E1-46FF-B51C-4547794747CB}" type="datetime1">
              <a:rPr lang="en-US" smtClean="0"/>
              <a:t>9/3/2023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71B8B-BA4E-6FD3-2DCB-A3FBD88D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69656-4450-1C49-4672-CF3543331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8D06466-901A-FE1A-BCBB-48612BB848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836738"/>
            <a:ext cx="9144000" cy="389534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852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AB148-FD25-0383-5EE7-9AD5B839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5A7A7-2326-4051-834D-EE5272864853}" type="datetime1">
              <a:rPr lang="en-US" smtClean="0"/>
              <a:t>9/3/2023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364FF-1BDF-699B-69D7-C485BC8C5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84299-8969-ACC7-D1E1-44A9AB18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4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DD45-39B3-6441-30E2-9B0899348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14CB7-4F34-96BB-8B2A-8FD2B82E9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7AF23-386F-10C1-5FC5-26BD81E6D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30487-7A18-DF0E-BB9F-4592D1BF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E0934-DAC9-4D45-BA52-6CFB257746DC}" type="datetime1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7BB23-559F-A926-1639-645B36DCC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2CF77-5AA5-6277-0546-72FACBBB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64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02C34-14A6-DA61-F515-A6DEB979E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C8546C-4DDC-6884-42C7-231C7091D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D9D8B-DB3A-4A33-08CA-CB9972B7C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444C5-343A-08C8-61E3-88C04667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EC65E-8051-4843-AB3B-CE6411D06460}" type="datetime1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255F8-2938-BA19-E08D-2E909BB60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77184-8C5E-D492-F3ED-D23F5409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4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62DA-AA2C-3E96-6000-5F0C08F50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2BD05-3168-4B71-6C99-0CCE6057E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E6F13-FAC3-6591-AA5D-27D1F3A9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A5FA-DA06-4211-A413-84B7A15F2BA1}" type="datetime1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C371C-43E2-3C63-D825-1FEC0FC3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97E07-5AB9-4307-A6FD-BF4305533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7AF06F-3184-F7BB-4D8F-9886E8A97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7D001-8AD3-2B11-2909-A4B54B036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BBB5B-2CEE-2166-0725-4AABB556C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6154-CE59-43BC-969F-B757E851285B}" type="datetime1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A5F6C-B61B-E117-76AB-E6D89BC60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F6BDC-27D7-78D9-C9C1-EFC1DEC0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E331E-122D-481B-ABD6-FCFEC8176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71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703EB6-8D6F-F47B-9BBD-2F339F4F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A1125-1CD5-83E2-BB6F-BEC061D50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30F98-1350-C379-1577-BF9BC2F1D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2DFEA-CAB5-4DE5-8AE2-10B007F732B6}" type="datetime1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66D73-7F7F-604E-6BE5-DB6EBDE7A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8C80B-8476-B842-6BF2-9CD1F724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E331E-122D-481B-ABD6-FCFEC81769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35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4" r:id="rId5"/>
    <p:sldLayoutId id="2147483660" r:id="rId6"/>
    <p:sldLayoutId id="2147483661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Template-v1.1.potx" id="{F8BE7DF9-A349-404F-A034-3C8FD0CF5E38}" vid="{2B9A35DF-0556-4A48-AC95-EAED9F2344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powerPointTemplate-Analysis-v1.1</Template>
  <TotalTime>2254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XXXXXX – Project Name</dc:title>
  <dc:creator>Sheng Chen</dc:creator>
  <cp:lastModifiedBy>Sheng Chen</cp:lastModifiedBy>
  <cp:revision>83</cp:revision>
  <dcterms:created xsi:type="dcterms:W3CDTF">2023-08-29T00:06:56Z</dcterms:created>
  <dcterms:modified xsi:type="dcterms:W3CDTF">2023-09-03T15:27:19Z</dcterms:modified>
</cp:coreProperties>
</file>